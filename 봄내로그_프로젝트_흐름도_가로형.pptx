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3d0bf5ea14768" /><Relationship Type="http://schemas.openxmlformats.org/officeDocument/2006/relationships/extended-properties" Target="/docProps/app.xml" Id="Ra9b3b32ae2664a39" /><Relationship Type="http://schemas.openxmlformats.org/officeDocument/2006/relationships/officeDocument" Target="/ppt/presentation.xml" Id="R57029d056dd443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7569f462a4163"/>
  </p:sldMasterIdLst>
  <p:notesMasterIdLst>
    <p:notesMasterId xmlns:r="http://schemas.openxmlformats.org/officeDocument/2006/relationships" r:id="Rc3d23f8ddf984d1b"/>
  </p:notesMasterIdLst>
  <p:sldIdLst>
    <p:sldId xmlns:r="http://schemas.openxmlformats.org/officeDocument/2006/relationships" id="256" r:id="R17bcf17bfb4849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1679f6c8a04b59" /><Relationship Type="http://schemas.openxmlformats.org/officeDocument/2006/relationships/slideMaster" Target="/ppt/slideMasters/slideMaster1.xml" Id="R6ec7569f462a4163" /><Relationship Type="http://schemas.openxmlformats.org/officeDocument/2006/relationships/notesMaster" Target="/ppt/notesMasters/notesMaster1.xml" Id="Rc3d23f8ddf984d1b" /><Relationship Type="http://schemas.openxmlformats.org/officeDocument/2006/relationships/presProps" Target="/ppt/presProps.xml" Id="Ra231b70faa6842ca" /><Relationship Type="http://schemas.openxmlformats.org/officeDocument/2006/relationships/tableStyles" Target="/ppt/tableStyles.xml" Id="Rca8d016c2a034261" /><Relationship Type="http://schemas.openxmlformats.org/officeDocument/2006/relationships/slide" Target="/ppt/slides/slide1.xml" Id="R17bcf17bfb4849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d149f091a747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9bdb60b4df49eb" /><Relationship Type="http://schemas.openxmlformats.org/officeDocument/2006/relationships/notesMaster" Target="/ppt/notesMasters/notesMaster1.xml" Id="Re7028f953ffc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README.md: main page, search, region/category filtering, restaurant list/map, restaurant detail, directions, reviews/comments, favorites, and supporting content.</a:t>
            </a:r>
          </a:p>
          <a:p xmlns:a="http://schemas.openxmlformats.org/drawingml/2006/main">
            <a:r>
              <a:t>- Repository docs/auth-guide.md: login/signup, account recovery, profile menu, My Page, and user activity.</a:t>
            </a:r>
          </a:p>
          <a:p xmlns:a="http://schemas.openxmlformats.org/drawingml/2006/main">
            <a:r>
              <a:t>- Previous generated version supplied in this task: retained its information hierarchy and green styling while changing the central orientation to horizontal.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9660861d641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cc57d89a0c4c7b" /><Relationship Type="http://schemas.openxmlformats.org/officeDocument/2006/relationships/slideLayout" Target="/ppt/slideLayouts/slideLayout1.xml" Id="Rdca9f62024ba48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a9f62024ba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e87578a25485b" /><Relationship Type="http://schemas.openxmlformats.org/officeDocument/2006/relationships/notesSlide" Target="/ppt/notesSlides/notesSlide1.xml" Id="R0ce212bae54948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reen-frame">
            <a:extLst xmlns:a="http://schemas.openxmlformats.org/drawingml/2006/main">
              <a:ext uri="{FF2B5EF4-FFF2-40B4-BE49-F238E27FC236}">
                <a16:creationId xmlns:a16="http://schemas.microsoft.com/office/drawing/2014/main" id="{27D8FA7E-9E4E-4CC4-A22C-5757BA80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86C94A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932BF5-AF70-48A8-B70B-871E3019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51B"/>
                </a:solidFill>
              </a:defRPr>
            </a:pPr>
            <a:r>
              <a:rPr sz="2400" b="1">
                <a:solidFill>
                  <a:srgbClr val="17351B"/>
                </a:solidFill>
              </a:rPr>
              <a:t>봄내로그 페이지 구성과 사용자 흐름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04C1904-9E0C-4B1F-87C4-D6E28FFA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239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865"/>
                </a:solidFill>
              </a:defRPr>
            </a:pPr>
            <a:r>
              <a:rPr sz="1200" b="0">
                <a:solidFill>
                  <a:srgbClr val="637865"/>
                </a:solidFill>
              </a:rPr>
              <a:t>주요 탐색 경로를 왼쪽에서 오른쪽으로 표현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0923C288-6339-451A-BCBA-4895D3AF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52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8C7"/>
          </a:solidFill>
          <a:ln xmlns:a="http://schemas.openxmlformats.org/drawingml/2006/main" w="22860">
            <a:solidFill>
              <a:srgbClr val="6FB3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B"/>
                </a:solidFill>
              </a:defRPr>
            </a:pPr>
            <a:r>
              <a:rPr sz="1425" b="1">
                <a:solidFill>
                  <a:srgbClr val="17351B"/>
                </a:solidFill>
              </a:rPr>
              <a:t>메인 화면</a:t>
            </a:r>
          </a:p>
        </p:txBody>
      </p:sp>
      <p:sp>
        <p:nvSpPr>
          <p:cNvPr id="5" name="search">
            <a:extLst xmlns:a="http://schemas.openxmlformats.org/drawingml/2006/main">
              <a:ext uri="{FF2B5EF4-FFF2-40B4-BE49-F238E27FC236}">
                <a16:creationId xmlns:a16="http://schemas.microsoft.com/office/drawing/2014/main" id="{B9D58D7E-E7C3-472D-B49C-2EE19C6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3C8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헤더 통합 검색</a:t>
            </a:r>
          </a:p>
        </p:txBody>
      </p:sp>
      <p:sp>
        <p:nvSpPr>
          <p:cNvPr id="6" name="region">
            <a:extLst xmlns:a="http://schemas.openxmlformats.org/drawingml/2006/main">
              <a:ext uri="{FF2B5EF4-FFF2-40B4-BE49-F238E27FC236}">
                <a16:creationId xmlns:a16="http://schemas.microsoft.com/office/drawing/2014/main" id="{4AADFF9A-F811-4B60-857D-13079D3F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3C8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지역 선택</a:t>
            </a:r>
          </a:p>
        </p:txBody>
      </p:sp>
      <p:sp>
        <p:nvSpPr>
          <p:cNvPr id="7" name="filter">
            <a:extLst xmlns:a="http://schemas.openxmlformats.org/drawingml/2006/main">
              <a:ext uri="{FF2B5EF4-FFF2-40B4-BE49-F238E27FC236}">
                <a16:creationId xmlns:a16="http://schemas.microsoft.com/office/drawing/2014/main" id="{19A2B174-BEFB-4852-898F-8C0B8997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F2B7"/>
          </a:solidFill>
          <a:ln xmlns:a="http://schemas.openxmlformats.org/drawingml/2006/main" w="22860">
            <a:solidFill>
              <a:srgbClr val="5FA33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동네 · 업종 필터</a:t>
            </a:r>
          </a:p>
        </p:txBody>
      </p:sp>
      <p:sp>
        <p:nvSpPr>
          <p:cNvPr id="8" name="explorer">
            <a:extLst xmlns:a="http://schemas.openxmlformats.org/drawingml/2006/main">
              <a:ext uri="{FF2B5EF4-FFF2-40B4-BE49-F238E27FC236}">
                <a16:creationId xmlns:a16="http://schemas.microsoft.com/office/drawing/2014/main" id="{DA544F2A-8291-4C63-BDC8-75CF15F1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3C8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식당 목록</a:t>
            </a:r>
          </a:p>
          <a:p xmlns:a="http://schemas.openxmlformats.org/drawingml/2006/main">
            <a:pPr algn="ctr"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지도 · 마커</a:t>
            </a:r>
          </a:p>
        </p:txBody>
      </p:sp>
      <p:sp>
        <p:nvSpPr>
          <p:cNvPr id="9" name="detail">
            <a:extLst xmlns:a="http://schemas.openxmlformats.org/drawingml/2006/main">
              <a:ext uri="{FF2B5EF4-FFF2-40B4-BE49-F238E27FC236}">
                <a16:creationId xmlns:a16="http://schemas.microsoft.com/office/drawing/2014/main" id="{8821A033-024B-4C5E-A269-A70FAC34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F2B7"/>
          </a:solidFill>
          <a:ln xmlns:a="http://schemas.openxmlformats.org/drawingml/2006/main" w="22860">
            <a:solidFill>
              <a:srgbClr val="5FA33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1B"/>
                </a:solidFill>
              </a:defRPr>
            </a:pPr>
            <a:r>
              <a:rPr sz="1275" b="1">
                <a:solidFill>
                  <a:srgbClr val="17351B"/>
                </a:solidFill>
              </a:rPr>
              <a:t>식당 상세 정보</a:t>
            </a:r>
          </a:p>
        </p:txBody>
      </p:sp>
      <p:sp>
        <p:nvSpPr>
          <p:cNvPr id="10" name="directions">
            <a:extLst xmlns:a="http://schemas.openxmlformats.org/drawingml/2006/main">
              <a:ext uri="{FF2B5EF4-FFF2-40B4-BE49-F238E27FC236}">
                <a16:creationId xmlns:a16="http://schemas.microsoft.com/office/drawing/2014/main" id="{878E904B-7B21-4A1D-A682-271BC423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52650"/>
            <a:ext cx="857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길찾기</a:t>
            </a:r>
          </a:p>
        </p:txBody>
      </p:sp>
      <p:sp>
        <p:nvSpPr>
          <p:cNvPr id="11" name="reviews">
            <a:extLst xmlns:a="http://schemas.openxmlformats.org/drawingml/2006/main">
              <a:ext uri="{FF2B5EF4-FFF2-40B4-BE49-F238E27FC236}">
                <a16:creationId xmlns:a16="http://schemas.microsoft.com/office/drawing/2014/main" id="{D9B5A824-A869-4A93-8165-F89AAB58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76550"/>
            <a:ext cx="857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523A"/>
                </a:solidFill>
              </a:defRPr>
            </a:pPr>
            <a:r>
              <a:rPr sz="1050" b="1">
                <a:solidFill>
                  <a:srgbClr val="35523A"/>
                </a:solidFill>
              </a:rPr>
              <a:t>리뷰 · 댓글</a:t>
            </a:r>
          </a:p>
        </p:txBody>
      </p:sp>
      <p:sp>
        <p:nvSpPr>
          <p:cNvPr id="12" name="favorites">
            <a:extLst xmlns:a="http://schemas.openxmlformats.org/drawingml/2006/main">
              <a:ext uri="{FF2B5EF4-FFF2-40B4-BE49-F238E27FC236}">
                <a16:creationId xmlns:a16="http://schemas.microsoft.com/office/drawing/2014/main" id="{B44FAF08-1E11-4ED6-B7F7-5757D01D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857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즐겨찾기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CE020C8C-30B5-4510-A996-186FAAE6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8E7"/>
          </a:solidFill>
          <a:ln xmlns:a="http://schemas.openxmlformats.org/drawingml/2006/main" w="17145">
            <a:solidFill>
              <a:srgbClr val="AECF9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서비스 소개</a:t>
            </a:r>
          </a:p>
          <a:p xmlns:a="http://schemas.openxmlformats.org/drawingml/2006/main">
            <a:pPr algn="ctr"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소식 · 공지</a:t>
            </a:r>
          </a:p>
        </p:txBody>
      </p:sp>
      <p:sp>
        <p:nvSpPr>
          <p:cNvPr id="14" name="auth">
            <a:extLst xmlns:a="http://schemas.openxmlformats.org/drawingml/2006/main">
              <a:ext uri="{FF2B5EF4-FFF2-40B4-BE49-F238E27FC236}">
                <a16:creationId xmlns:a16="http://schemas.microsoft.com/office/drawing/2014/main" id="{95009159-267B-4C62-B8F2-F1D005EE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71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8E7"/>
          </a:solidFill>
          <a:ln xmlns:a="http://schemas.openxmlformats.org/drawingml/2006/main" w="17145">
            <a:solidFill>
              <a:srgbClr val="AECF9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23A"/>
                </a:solidFill>
              </a:defRPr>
            </a:pPr>
            <a:r>
              <a:rPr sz="1200" b="1">
                <a:solidFill>
                  <a:srgbClr val="35523A"/>
                </a:solidFill>
              </a:rPr>
              <a:t>로그인 · 회원가입</a:t>
            </a:r>
          </a:p>
        </p:txBody>
      </p:sp>
      <p:sp>
        <p:nvSpPr>
          <p:cNvPr id="15" name="account-find">
            <a:extLst xmlns:a="http://schemas.openxmlformats.org/drawingml/2006/main">
              <a:ext uri="{FF2B5EF4-FFF2-40B4-BE49-F238E27FC236}">
                <a16:creationId xmlns:a16="http://schemas.microsoft.com/office/drawing/2014/main" id="{11D72031-B9F9-45D1-80B5-FB7FE8AF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523A"/>
                </a:solidFill>
              </a:defRPr>
            </a:pPr>
            <a:r>
              <a:rPr sz="1050" b="1">
                <a:solidFill>
                  <a:srgbClr val="35523A"/>
                </a:solidFill>
              </a:rPr>
              <a:t>아이디 · 비밀번호 찾기</a:t>
            </a:r>
          </a:p>
        </p:txBody>
      </p:sp>
      <p:sp>
        <p:nvSpPr>
          <p:cNvPr id="16" name="profile">
            <a:extLst xmlns:a="http://schemas.openxmlformats.org/drawingml/2006/main">
              <a:ext uri="{FF2B5EF4-FFF2-40B4-BE49-F238E27FC236}">
                <a16:creationId xmlns:a16="http://schemas.microsoft.com/office/drawing/2014/main" id="{13244C98-3AA6-428E-B8B4-3DE3975F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523A"/>
                </a:solidFill>
              </a:defRPr>
            </a:pPr>
            <a:r>
              <a:rPr sz="1050" b="1">
                <a:solidFill>
                  <a:srgbClr val="35523A"/>
                </a:solidFill>
              </a:rPr>
              <a:t>프로필 · 마이페이지</a:t>
            </a:r>
          </a:p>
        </p:txBody>
      </p:sp>
      <p:sp>
        <p:nvSpPr>
          <p:cNvPr id="17" name="activity">
            <a:extLst xmlns:a="http://schemas.openxmlformats.org/drawingml/2006/main">
              <a:ext uri="{FF2B5EF4-FFF2-40B4-BE49-F238E27FC236}">
                <a16:creationId xmlns:a16="http://schemas.microsoft.com/office/drawing/2014/main" id="{75DB91BC-F200-4469-ADC5-0BDBD5BF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048250"/>
            <a:ext cx="1809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523A"/>
                </a:solidFill>
              </a:defRPr>
            </a:pPr>
            <a:r>
              <a:rPr sz="1050" b="1">
                <a:solidFill>
                  <a:srgbClr val="35523A"/>
                </a:solidFill>
              </a:rPr>
              <a:t>즐겨찾기 · 내 활동</a:t>
            </a:r>
          </a:p>
        </p:txBody>
      </p:sp>
      <p:cxnSp>
        <p:nvCxnSpPr>
          <p:cNvPr id="5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095500" y="2543175"/>
            <a:ext cx="476250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3105150"/>
            <a:ext cx="476250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5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4286250" y="2543175"/>
            <a:ext cx="1333500" cy="2190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4286250" y="3448050"/>
            <a:ext cx="1333500" cy="2190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477000" y="3105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105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858500" y="2381250"/>
            <a:ext cx="9525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858500" y="310515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858500" y="3105150"/>
            <a:ext cx="9525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4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1333500" y="21336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33500" y="3448050"/>
            <a:ext cx="9525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286000" y="4581525"/>
            <a:ext cx="57150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286000" y="4762500"/>
            <a:ext cx="571500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10125" y="5295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sp>
        <p:nvSpPr>
          <p:cNvPr id="32" name="guide-core">
            <a:extLst xmlns:a="http://schemas.openxmlformats.org/drawingml/2006/main">
              <a:ext uri="{FF2B5EF4-FFF2-40B4-BE49-F238E27FC236}">
                <a16:creationId xmlns:a16="http://schemas.microsoft.com/office/drawing/2014/main" id="{FDA22E6A-D1E4-4D93-A467-DD6BC1E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859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785F"/>
                </a:solidFill>
              </a:defRPr>
            </a:pPr>
            <a:r>
              <a:rPr sz="1050" b="1">
                <a:solidFill>
                  <a:srgbClr val="5E785F"/>
                </a:solidFill>
              </a:rPr>
              <a:t>핵심 탐색 흐름</a:t>
            </a:r>
          </a:p>
        </p:txBody>
      </p:sp>
      <p:sp>
        <p:nvSpPr>
          <p:cNvPr id="33" name="guide-account">
            <a:extLst xmlns:a="http://schemas.openxmlformats.org/drawingml/2006/main">
              <a:ext uri="{FF2B5EF4-FFF2-40B4-BE49-F238E27FC236}">
                <a16:creationId xmlns:a16="http://schemas.microsoft.com/office/drawing/2014/main" id="{4C2A586D-34E0-478A-A63C-31AB5F54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61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D6C"/>
                </a:solidFill>
              </a:defRPr>
            </a:pPr>
            <a:r>
              <a:rPr sz="1050" b="0">
                <a:solidFill>
                  <a:srgbClr val="6A7D6C"/>
                </a:solidFill>
              </a:rPr>
              <a:t>회원 기능 보조 흐름</a:t>
            </a:r>
          </a:p>
        </p:txBody>
      </p:sp>
    </p:spTree>
    <p:extLst>
      <p:ext uri="{BB962C8B-B14F-4D97-AF65-F5344CB8AC3E}">
        <p14:creationId xmlns:p14="http://schemas.microsoft.com/office/powerpoint/2010/main" val="2028017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2026-08-28T02:07:21.4620000Z</dcterms:created>
  <dcterms:modified xsi:type="dcterms:W3CDTF">2026-08-28T02:07:21.4620000Z</dcterms:modified>
</coreProperties>
</file>