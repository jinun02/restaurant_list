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f8222f003f4a6c" /><Relationship Type="http://schemas.openxmlformats.org/officeDocument/2006/relationships/extended-properties" Target="/docProps/app.xml" Id="R71148a29d64b4293" /><Relationship Type="http://schemas.openxmlformats.org/officeDocument/2006/relationships/officeDocument" Target="/ppt/presentation.xml" Id="R7f81449c8ead4e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3f014fa442435c"/>
  </p:sldMasterIdLst>
  <p:notesMasterIdLst>
    <p:notesMasterId xmlns:r="http://schemas.openxmlformats.org/officeDocument/2006/relationships" r:id="R8d08e1d7d31a4cd9"/>
  </p:notesMasterIdLst>
  <p:sldIdLst>
    <p:sldId xmlns:r="http://schemas.openxmlformats.org/officeDocument/2006/relationships" id="256" r:id="R281107a4301242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5188d8f6e74b61" /><Relationship Type="http://schemas.openxmlformats.org/officeDocument/2006/relationships/slideMaster" Target="/ppt/slideMasters/slideMaster1.xml" Id="Rf63f014fa442435c" /><Relationship Type="http://schemas.openxmlformats.org/officeDocument/2006/relationships/notesMaster" Target="/ppt/notesMasters/notesMaster1.xml" Id="R8d08e1d7d31a4cd9" /><Relationship Type="http://schemas.openxmlformats.org/officeDocument/2006/relationships/presProps" Target="/ppt/presProps.xml" Id="Rf234e600143f416a" /><Relationship Type="http://schemas.openxmlformats.org/officeDocument/2006/relationships/tableStyles" Target="/ppt/tableStyles.xml" Id="Re267e2f76ba84c4f" /><Relationship Type="http://schemas.openxmlformats.org/officeDocument/2006/relationships/slide" Target="/ppt/slides/slide1.xml" Id="R281107a43012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5a8d204d7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f944ca3a44632" /><Relationship Type="http://schemas.openxmlformats.org/officeDocument/2006/relationships/notesMaster" Target="/ppt/notesMasters/notesMaster1.xml" Id="R360db01003a5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README.md: main page, search, region/category filtering, restaurant list and maps, restaurant detail, directions, reviews/comments, favorites, and My Page.</a:t>
            </a:r>
          </a:p>
          <a:p xmlns:a="http://schemas.openxmlformats.org/drawingml/2006/main">
            <a:r>
              <a:t>- Repository docs/auth-guide.md: signup/login, profile menu, session state, and user activity linkage.</a:t>
            </a:r>
          </a:p>
          <a:p xmlns:a="http://schemas.openxmlformats.org/drawingml/2006/main">
            <a:r>
              <a:t>- Earlier user-provided slide image: retained green visual family only; the journey structure is newly composed.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a8b8a3e9443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26051c59af43c3" /><Relationship Type="http://schemas.openxmlformats.org/officeDocument/2006/relationships/slideLayout" Target="/ppt/slideLayouts/slideLayout1.xml" Id="R1f3a866d10ae4d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3a866d10ae4d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71b8a8b7a4d34" /><Relationship Type="http://schemas.openxmlformats.org/officeDocument/2006/relationships/notesSlide" Target="/ppt/notesSlides/notesSlide1.xml" Id="Rbe8a144cf8e649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reen-frame">
            <a:extLst xmlns:a="http://schemas.openxmlformats.org/drawingml/2006/main">
              <a:ext uri="{FF2B5EF4-FFF2-40B4-BE49-F238E27FC236}">
                <a16:creationId xmlns:a16="http://schemas.microsoft.com/office/drawing/2014/main" id="{546EEFE9-856B-47C7-B295-8C48290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86C94A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CFB80D-75BF-4E1A-B6B0-AE61A95A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51B"/>
                </a:solidFill>
              </a:defRPr>
            </a:pPr>
            <a:r>
              <a:rPr sz="2400" b="1">
                <a:solidFill>
                  <a:srgbClr val="17351B"/>
                </a:solidFill>
              </a:rPr>
              <a:t>맛집을 발견하고 기록하기까지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0BB297F-4954-405D-9B7C-24D0FAF6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144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7762"/>
                </a:solidFill>
              </a:defRPr>
            </a:pPr>
            <a:r>
              <a:rPr sz="1200" b="0">
                <a:solidFill>
                  <a:srgbClr val="5F7762"/>
                </a:solidFill>
              </a:rPr>
              <a:t>봄내로그의 핵심 사용자 여정</a:t>
            </a:r>
          </a:p>
        </p:txBody>
      </p:sp>
      <p:sp>
        <p:nvSpPr>
          <p:cNvPr id="4" name="stage-1">
            <a:extLst xmlns:a="http://schemas.openxmlformats.org/drawingml/2006/main">
              <a:ext uri="{FF2B5EF4-FFF2-40B4-BE49-F238E27FC236}">
                <a16:creationId xmlns:a16="http://schemas.microsoft.com/office/drawing/2014/main" id="{42B5E7D4-E03E-4C9E-863F-3749926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905000" cy="2114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badge-1">
            <a:extLst xmlns:a="http://schemas.openxmlformats.org/drawingml/2006/main">
              <a:ext uri="{FF2B5EF4-FFF2-40B4-BE49-F238E27FC236}">
                <a16:creationId xmlns:a16="http://schemas.microsoft.com/office/drawing/2014/main" id="{6FBB86E4-B41F-4F30-A48F-3DD15813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C45"/>
          </a:solidFill>
          <a:ln xmlns:a="http://schemas.openxmlformats.org/drawingml/2006/main" w="38100">
            <a:solidFill>
              <a:srgbClr val="F7FA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3FC3DDBE-5A45-43C2-BC23-82243551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B"/>
                </a:solidFill>
              </a:defRPr>
            </a:pPr>
            <a:r>
              <a:rPr sz="1425" b="1">
                <a:solidFill>
                  <a:srgbClr val="17351B"/>
                </a:solidFill>
              </a:rPr>
              <a:t>발견</a:t>
            </a:r>
          </a:p>
        </p:txBody>
      </p:sp>
      <p:sp>
        <p:nvSpPr>
          <p:cNvPr id="7" name="stage-page-1">
            <a:extLst xmlns:a="http://schemas.openxmlformats.org/drawingml/2006/main">
              <a:ext uri="{FF2B5EF4-FFF2-40B4-BE49-F238E27FC236}">
                <a16:creationId xmlns:a16="http://schemas.microsoft.com/office/drawing/2014/main" id="{12B3F39A-ABD8-4B55-BB4C-014AD64F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7922F"/>
                </a:solidFill>
              </a:defRPr>
            </a:pPr>
            <a:r>
              <a:rPr sz="1200" b="1">
                <a:solidFill>
                  <a:srgbClr val="57922F"/>
                </a:solidFill>
              </a:rPr>
              <a:t>메인 화면</a:t>
            </a:r>
          </a:p>
        </p:txBody>
      </p:sp>
      <p:sp>
        <p:nvSpPr>
          <p:cNvPr id="8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B74F49CF-51F6-4BD6-A8B0-D278B6FF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추천 맛집</a:t>
            </a:r>
          </a:p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지역·소식 확인</a:t>
            </a:r>
          </a:p>
        </p:txBody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2966FF11-BCAB-4A8D-9618-47DB0759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85950"/>
            <a:ext cx="1905000" cy="2114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badge-2">
            <a:extLst xmlns:a="http://schemas.openxmlformats.org/drawingml/2006/main">
              <a:ext uri="{FF2B5EF4-FFF2-40B4-BE49-F238E27FC236}">
                <a16:creationId xmlns:a16="http://schemas.microsoft.com/office/drawing/2014/main" id="{1A925F32-ACEA-4F38-B44D-895C584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676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C45"/>
          </a:solidFill>
          <a:ln xmlns:a="http://schemas.openxmlformats.org/drawingml/2006/main" w="38100">
            <a:solidFill>
              <a:srgbClr val="F7FA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E50E9842-9829-4F32-B580-2DD838FE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B"/>
                </a:solidFill>
              </a:defRPr>
            </a:pPr>
            <a:r>
              <a:rPr sz="1425" b="1">
                <a:solidFill>
                  <a:srgbClr val="17351B"/>
                </a:solidFill>
              </a:rPr>
              <a:t>검색과 필터</a:t>
            </a:r>
          </a:p>
        </p:txBody>
      </p:sp>
      <p:sp>
        <p:nvSpPr>
          <p:cNvPr id="12" name="stage-page-2">
            <a:extLst xmlns:a="http://schemas.openxmlformats.org/drawingml/2006/main">
              <a:ext uri="{FF2B5EF4-FFF2-40B4-BE49-F238E27FC236}">
                <a16:creationId xmlns:a16="http://schemas.microsoft.com/office/drawing/2014/main" id="{A8096239-5E77-4E0A-A5FC-0D67D72B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7922F"/>
                </a:solidFill>
              </a:defRPr>
            </a:pPr>
            <a:r>
              <a:rPr sz="1200" b="1">
                <a:solidFill>
                  <a:srgbClr val="57922F"/>
                </a:solidFill>
              </a:rPr>
              <a:t>통합 검색</a:t>
            </a:r>
          </a:p>
        </p:txBody>
      </p:sp>
      <p:sp>
        <p:nvSpPr>
          <p:cNvPr id="13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0187B8E8-35B3-4FB7-9B4F-A1D071AC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956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동네 선택</a:t>
            </a:r>
          </a:p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업종별 필터</a:t>
            </a:r>
          </a:p>
        </p:txBody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6FAF9B16-4A23-4DFE-BF12-BE9D0729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1905000" cy="2114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8D8"/>
          </a:solidFill>
          <a:ln xmlns:a="http://schemas.openxmlformats.org/drawingml/2006/main" w="19050">
            <a:solidFill>
              <a:srgbClr val="9BC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badge-3">
            <a:extLst xmlns:a="http://schemas.openxmlformats.org/drawingml/2006/main">
              <a:ext uri="{FF2B5EF4-FFF2-40B4-BE49-F238E27FC236}">
                <a16:creationId xmlns:a16="http://schemas.microsoft.com/office/drawing/2014/main" id="{29C38BEF-7ABD-4F0E-B49E-78D8CB44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76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C45"/>
          </a:solidFill>
          <a:ln xmlns:a="http://schemas.openxmlformats.org/drawingml/2006/main" w="38100">
            <a:solidFill>
              <a:srgbClr val="F7FA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EE741460-6834-49CF-BF04-0B1DF1C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B"/>
                </a:solidFill>
              </a:defRPr>
            </a:pPr>
            <a:r>
              <a:rPr sz="1425" b="1">
                <a:solidFill>
                  <a:srgbClr val="17351B"/>
                </a:solidFill>
              </a:rPr>
              <a:t>탐색</a:t>
            </a:r>
          </a:p>
        </p:txBody>
      </p:sp>
      <p:sp>
        <p:nvSpPr>
          <p:cNvPr id="17" name="stage-page-3">
            <a:extLst xmlns:a="http://schemas.openxmlformats.org/drawingml/2006/main">
              <a:ext uri="{FF2B5EF4-FFF2-40B4-BE49-F238E27FC236}">
                <a16:creationId xmlns:a16="http://schemas.microsoft.com/office/drawing/2014/main" id="{86D6C944-25A6-47F5-BE1B-2560EA02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7922F"/>
                </a:solidFill>
              </a:defRPr>
            </a:pPr>
            <a:r>
              <a:rPr sz="1200" b="1">
                <a:solidFill>
                  <a:srgbClr val="57922F"/>
                </a:solidFill>
              </a:rPr>
              <a:t>맛집 탐색</a:t>
            </a:r>
          </a:p>
        </p:txBody>
      </p:sp>
      <p:sp>
        <p:nvSpPr>
          <p:cNvPr id="18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BB3021FD-0D6C-4704-A940-5089FAD1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식당 목록</a:t>
            </a:r>
          </a:p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지도·마커 비교</a:t>
            </a:r>
          </a:p>
        </p:txBody>
      </p:sp>
      <p:sp>
        <p:nvSpPr>
          <p:cNvPr id="19" name="stage-4">
            <a:extLst xmlns:a="http://schemas.openxmlformats.org/drawingml/2006/main">
              <a:ext uri="{FF2B5EF4-FFF2-40B4-BE49-F238E27FC236}">
                <a16:creationId xmlns:a16="http://schemas.microsoft.com/office/drawing/2014/main" id="{C4AAEE7B-23FF-4086-AD12-25BA9432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85950"/>
            <a:ext cx="1905000" cy="2114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8D8"/>
          </a:solidFill>
          <a:ln xmlns:a="http://schemas.openxmlformats.org/drawingml/2006/main" w="19050">
            <a:solidFill>
              <a:srgbClr val="9BC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badge-4">
            <a:extLst xmlns:a="http://schemas.openxmlformats.org/drawingml/2006/main">
              <a:ext uri="{FF2B5EF4-FFF2-40B4-BE49-F238E27FC236}">
                <a16:creationId xmlns:a16="http://schemas.microsoft.com/office/drawing/2014/main" id="{F3E6E86E-E33B-44FA-87E4-74764DB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C45"/>
          </a:solidFill>
          <a:ln xmlns:a="http://schemas.openxmlformats.org/drawingml/2006/main" w="38100">
            <a:solidFill>
              <a:srgbClr val="F7FA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DB6DDF81-5FB1-4A3D-A210-151C407D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B"/>
                </a:solidFill>
              </a:defRPr>
            </a:pPr>
            <a:r>
              <a:rPr sz="1425" b="1">
                <a:solidFill>
                  <a:srgbClr val="17351B"/>
                </a:solidFill>
              </a:rPr>
              <a:t>상세 확인</a:t>
            </a:r>
          </a:p>
        </p:txBody>
      </p:sp>
      <p:sp>
        <p:nvSpPr>
          <p:cNvPr id="22" name="stage-page-4">
            <a:extLst xmlns:a="http://schemas.openxmlformats.org/drawingml/2006/main">
              <a:ext uri="{FF2B5EF4-FFF2-40B4-BE49-F238E27FC236}">
                <a16:creationId xmlns:a16="http://schemas.microsoft.com/office/drawing/2014/main" id="{AB9005E5-3487-417B-996C-B483F81A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7922F"/>
                </a:solidFill>
              </a:defRPr>
            </a:pPr>
            <a:r>
              <a:rPr sz="1200" b="1">
                <a:solidFill>
                  <a:srgbClr val="57922F"/>
                </a:solidFill>
              </a:rPr>
              <a:t>식당 상세</a:t>
            </a:r>
          </a:p>
        </p:txBody>
      </p:sp>
      <p:sp>
        <p:nvSpPr>
          <p:cNvPr id="23" name="stage-detail-4">
            <a:extLst xmlns:a="http://schemas.openxmlformats.org/drawingml/2006/main">
              <a:ext uri="{FF2B5EF4-FFF2-40B4-BE49-F238E27FC236}">
                <a16:creationId xmlns:a16="http://schemas.microsoft.com/office/drawing/2014/main" id="{A6F35443-85D8-407D-A5BA-FF31ADAC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메뉴·사진·평점</a:t>
            </a:r>
          </a:p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리뷰·위치 확인</a:t>
            </a:r>
          </a:p>
        </p:txBody>
      </p:sp>
      <p:sp>
        <p:nvSpPr>
          <p:cNvPr id="24" name="stage-5">
            <a:extLst xmlns:a="http://schemas.openxmlformats.org/drawingml/2006/main">
              <a:ext uri="{FF2B5EF4-FFF2-40B4-BE49-F238E27FC236}">
                <a16:creationId xmlns:a16="http://schemas.microsoft.com/office/drawing/2014/main" id="{C785BC81-517D-40E0-BFFF-5AFEEC20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85950"/>
            <a:ext cx="1905000" cy="2114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F4C1"/>
          </a:solidFill>
          <a:ln xmlns:a="http://schemas.openxmlformats.org/drawingml/2006/main" w="24765">
            <a:solidFill>
              <a:srgbClr val="65AA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badge-5">
            <a:extLst xmlns:a="http://schemas.openxmlformats.org/drawingml/2006/main">
              <a:ext uri="{FF2B5EF4-FFF2-40B4-BE49-F238E27FC236}">
                <a16:creationId xmlns:a16="http://schemas.microsoft.com/office/drawing/2014/main" id="{6B8E4124-ABF8-432B-9CCB-8ECBC989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676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AA32"/>
          </a:solidFill>
          <a:ln xmlns:a="http://schemas.openxmlformats.org/drawingml/2006/main" w="38100">
            <a:solidFill>
              <a:srgbClr val="F7FA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C9236B6D-2666-49ED-825B-5A9CA6BC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B"/>
                </a:solidFill>
              </a:defRPr>
            </a:pPr>
            <a:r>
              <a:rPr sz="1425" b="1">
                <a:solidFill>
                  <a:srgbClr val="17351B"/>
                </a:solidFill>
              </a:rPr>
              <a:t>행동과 기록</a:t>
            </a:r>
          </a:p>
        </p:txBody>
      </p:sp>
      <p:sp>
        <p:nvSpPr>
          <p:cNvPr id="27" name="stage-page-5">
            <a:extLst xmlns:a="http://schemas.openxmlformats.org/drawingml/2006/main">
              <a:ext uri="{FF2B5EF4-FFF2-40B4-BE49-F238E27FC236}">
                <a16:creationId xmlns:a16="http://schemas.microsoft.com/office/drawing/2014/main" id="{8C476157-7231-40C1-AB18-5FAFA8AF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7922F"/>
                </a:solidFill>
              </a:defRPr>
            </a:pPr>
            <a:r>
              <a:rPr sz="1200" b="1">
                <a:solidFill>
                  <a:srgbClr val="57922F"/>
                </a:solidFill>
              </a:rPr>
              <a:t>사용자 활동</a:t>
            </a:r>
          </a:p>
        </p:txBody>
      </p:sp>
      <p:sp>
        <p:nvSpPr>
          <p:cNvPr id="28" name="stage-detail-5">
            <a:extLst xmlns:a="http://schemas.openxmlformats.org/drawingml/2006/main">
              <a:ext uri="{FF2B5EF4-FFF2-40B4-BE49-F238E27FC236}">
                <a16:creationId xmlns:a16="http://schemas.microsoft.com/office/drawing/2014/main" id="{751CD1B0-CAAC-438C-B78C-5E1B0B49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956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길찾기·즐겨찾기</a:t>
            </a:r>
          </a:p>
          <a:p xmlns:a="http://schemas.openxmlformats.org/drawingml/2006/main">
            <a:pPr algn="ctr">
              <a:defRPr sz="1125" b="0">
                <a:solidFill>
                  <a:srgbClr val="516255"/>
                </a:solidFill>
              </a:defRPr>
            </a:pPr>
            <a:r>
              <a:rPr sz="1125" b="0">
                <a:solidFill>
                  <a:srgbClr val="516255"/>
                </a:solidFill>
              </a:rPr>
              <a:t>리뷰·댓글 작성</a:t>
            </a:r>
          </a:p>
        </p:txBody>
      </p:sp>
      <p:cxnSp>
        <p:nvCxnSpPr>
          <p:cNvPr id="70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71750" y="2943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D62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0125" y="2943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D62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48500" y="2943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D62"/>
            </a:solidFill>
            <a:prstDash val="solid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286875" y="2943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D62"/>
            </a:solidFill>
            <a:prstDash val="solid"/>
            <a:tailEnd type="arrow" w="med" len="med"/>
          </a:ln>
        </p:spPr>
      </p:cxnSp>
      <p:sp>
        <p:nvSpPr>
          <p:cNvPr id="33" name="account-lane">
            <a:extLst xmlns:a="http://schemas.openxmlformats.org/drawingml/2006/main">
              <a:ext uri="{FF2B5EF4-FFF2-40B4-BE49-F238E27FC236}">
                <a16:creationId xmlns:a16="http://schemas.microsoft.com/office/drawing/2014/main" id="{229DC9DA-5D7A-46E9-909E-1A4B4558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58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FF7E9"/>
          </a:solidFill>
          <a:ln xmlns:a="http://schemas.openxmlformats.org/drawingml/2006/main" w="14288">
            <a:solidFill>
              <a:srgbClr val="B2CF9A"/>
            </a:solidFill>
            <a:prstDash val="solid"/>
          </a:ln>
        </p:spPr>
      </p:sp>
      <p:sp>
        <p:nvSpPr>
          <p:cNvPr id="34" name="account-label">
            <a:extLst xmlns:a="http://schemas.openxmlformats.org/drawingml/2006/main">
              <a:ext uri="{FF2B5EF4-FFF2-40B4-BE49-F238E27FC236}">
                <a16:creationId xmlns:a16="http://schemas.microsoft.com/office/drawing/2014/main" id="{6B6F8E5E-FEA5-4877-A576-78233876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23A"/>
                </a:solidFill>
              </a:defRPr>
            </a:pPr>
            <a:r>
              <a:rPr sz="1350" b="1">
                <a:solidFill>
                  <a:srgbClr val="34523A"/>
                </a:solidFill>
              </a:rPr>
              <a:t>회원 기능</a:t>
            </a:r>
          </a:p>
        </p:txBody>
      </p:sp>
      <p:sp>
        <p:nvSpPr>
          <p:cNvPr id="35" name="account-caption">
            <a:extLst xmlns:a="http://schemas.openxmlformats.org/drawingml/2006/main">
              <a:ext uri="{FF2B5EF4-FFF2-40B4-BE49-F238E27FC236}">
                <a16:creationId xmlns:a16="http://schemas.microsoft.com/office/drawing/2014/main" id="{8B3DF17B-4409-44AC-97AC-A52E1FFD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95825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68"/>
                </a:solidFill>
              </a:defRPr>
            </a:pPr>
            <a:r>
              <a:rPr sz="1125" b="0">
                <a:solidFill>
                  <a:srgbClr val="657768"/>
                </a:solidFill>
              </a:rPr>
              <a:t>탐색은 비회원도 가능하고, 로그인하면 개인 기록이 이어집니다</a:t>
            </a:r>
          </a:p>
        </p:txBody>
      </p:sp>
      <p:sp>
        <p:nvSpPr>
          <p:cNvPr id="36" name="join">
            <a:extLst xmlns:a="http://schemas.openxmlformats.org/drawingml/2006/main">
              <a:ext uri="{FF2B5EF4-FFF2-40B4-BE49-F238E27FC236}">
                <a16:creationId xmlns:a16="http://schemas.microsoft.com/office/drawing/2014/main" id="{563E26CD-05AA-4997-BD7B-76012EFE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00650"/>
            <a:ext cx="2000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C8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13A"/>
                </a:solidFill>
              </a:defRPr>
            </a:pPr>
            <a:r>
              <a:rPr sz="1200" b="1">
                <a:solidFill>
                  <a:srgbClr val="35513A"/>
                </a:solidFill>
              </a:rPr>
              <a:t>회원가입 · 로그인</a:t>
            </a:r>
          </a:p>
        </p:txBody>
      </p:sp>
      <p:sp>
        <p:nvSpPr>
          <p:cNvPr id="37" name="profile">
            <a:extLst xmlns:a="http://schemas.openxmlformats.org/drawingml/2006/main">
              <a:ext uri="{FF2B5EF4-FFF2-40B4-BE49-F238E27FC236}">
                <a16:creationId xmlns:a16="http://schemas.microsoft.com/office/drawing/2014/main" id="{007F6CA0-A04D-48E9-AE1D-24A77288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00650"/>
            <a:ext cx="2000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C8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13A"/>
                </a:solidFill>
              </a:defRPr>
            </a:pPr>
            <a:r>
              <a:rPr sz="1200" b="1">
                <a:solidFill>
                  <a:srgbClr val="35513A"/>
                </a:solidFill>
              </a:rPr>
              <a:t>프로필 · 마이페이지</a:t>
            </a:r>
          </a:p>
        </p:txBody>
      </p:sp>
      <p:sp>
        <p:nvSpPr>
          <p:cNvPr id="38" name="history">
            <a:extLst xmlns:a="http://schemas.openxmlformats.org/drawingml/2006/main">
              <a:ext uri="{FF2B5EF4-FFF2-40B4-BE49-F238E27FC236}">
                <a16:creationId xmlns:a16="http://schemas.microsoft.com/office/drawing/2014/main" id="{E56981F3-D1BA-475E-B16A-7BC38C47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00650"/>
            <a:ext cx="2000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C8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13A"/>
                </a:solidFill>
              </a:defRPr>
            </a:pPr>
            <a:r>
              <a:rPr sz="1200" b="1">
                <a:solidFill>
                  <a:srgbClr val="35513A"/>
                </a:solidFill>
              </a:rPr>
              <a:t>즐겨찾기 · 내 활동</a:t>
            </a:r>
          </a:p>
        </p:txBody>
      </p:sp>
      <p:cxnSp>
        <p:nvCxnSpPr>
          <p:cNvPr id="80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4572000" y="5457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917B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96125" y="5457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917B"/>
            </a:solidFill>
            <a:prstDash val="solid"/>
            <a:tailEnd type="arrow" w="med" len="med"/>
          </a:ln>
        </p:spPr>
      </p:cxnSp>
      <p:sp>
        <p:nvSpPr>
          <p:cNvPr id="41" name="footer-note">
            <a:extLst xmlns:a="http://schemas.openxmlformats.org/drawingml/2006/main">
              <a:ext uri="{FF2B5EF4-FFF2-40B4-BE49-F238E27FC236}">
                <a16:creationId xmlns:a16="http://schemas.microsoft.com/office/drawing/2014/main" id="{04EABFFE-8572-4A18-A1F1-B823CD41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531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A7E6D"/>
                </a:solidFill>
              </a:defRPr>
            </a:pPr>
            <a:r>
              <a:rPr sz="1050" b="0">
                <a:solidFill>
                  <a:srgbClr val="6A7E6D"/>
                </a:solidFill>
              </a:rPr>
              <a:t>공통 헤더 검색은 어느 화면에서든 다시 탐색 흐름으로 연결됩니다</a:t>
            </a:r>
          </a:p>
        </p:txBody>
      </p:sp>
    </p:spTree>
    <p:extLst>
      <p:ext uri="{BB962C8B-B14F-4D97-AF65-F5344CB8AC3E}">
        <p14:creationId xmlns:p14="http://schemas.microsoft.com/office/powerpoint/2010/main" val="1157982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2026-08-28T02:04:39.8220000Z</dcterms:created>
  <dcterms:modified xsi:type="dcterms:W3CDTF">2026-08-28T02:04:39.8230000Z</dcterms:modified>
</coreProperties>
</file>