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d2391ef394e11" /><Relationship Type="http://schemas.openxmlformats.org/officeDocument/2006/relationships/extended-properties" Target="/docProps/app.xml" Id="R1b4cf9442ec945b1" /><Relationship Type="http://schemas.openxmlformats.org/officeDocument/2006/relationships/officeDocument" Target="/ppt/presentation.xml" Id="R3997d6da5b96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f220991fb94c94"/>
  </p:sldMasterIdLst>
  <p:notesMasterIdLst>
    <p:notesMasterId xmlns:r="http://schemas.openxmlformats.org/officeDocument/2006/relationships" r:id="R1413501804d34ed9"/>
  </p:notesMasterIdLst>
  <p:sldIdLst>
    <p:sldId xmlns:r="http://schemas.openxmlformats.org/officeDocument/2006/relationships" id="256" r:id="R9387726cf64246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548ce5d42148fb" /><Relationship Type="http://schemas.openxmlformats.org/officeDocument/2006/relationships/slideMaster" Target="/ppt/slideMasters/slideMaster1.xml" Id="Rc3f220991fb94c94" /><Relationship Type="http://schemas.openxmlformats.org/officeDocument/2006/relationships/notesMaster" Target="/ppt/notesMasters/notesMaster1.xml" Id="R1413501804d34ed9" /><Relationship Type="http://schemas.openxmlformats.org/officeDocument/2006/relationships/presProps" Target="/ppt/presProps.xml" Id="Rcd8af7f3a94040b8" /><Relationship Type="http://schemas.openxmlformats.org/officeDocument/2006/relationships/tableStyles" Target="/ppt/tableStyles.xml" Id="R5e0033e7cff048ed" /><Relationship Type="http://schemas.openxmlformats.org/officeDocument/2006/relationships/slide" Target="/ppt/slides/slide1.xml" Id="R9387726cf642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5bb24bcbe343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6e48be9a84048" /><Relationship Type="http://schemas.openxmlformats.org/officeDocument/2006/relationships/notesMaster" Target="/ppt/notesMasters/notesMaster1.xml" Id="Rcf66ae500d54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main page, search, region/category filtering, restaurant list/map, restaurant detail, directions, reviews/comments, favorites, and supporting content.</a:t>
            </a:r>
          </a:p>
          <a:p xmlns:a="http://schemas.openxmlformats.org/drawingml/2006/main">
            <a:r>
              <a:t>- Repository docs/auth-guide.md: login/signup, account recovery, profile menu, My Page, and user activity.</a:t>
            </a:r>
          </a:p>
          <a:p xmlns:a="http://schemas.openxmlformats.org/drawingml/2006/main">
            <a:r>
              <a:t>- Previous generated version supplied in this task: retained its information hierarchy and green styling while changing the central orientation to horizontal.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898f42b2548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5bba8b4cd14ca4" /><Relationship Type="http://schemas.openxmlformats.org/officeDocument/2006/relationships/slideLayout" Target="/ppt/slideLayouts/slideLayout1.xml" Id="Rffd5ddf27a0b4f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5ddf27a0b4f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0e09d3a1b4161" /><Relationship Type="http://schemas.openxmlformats.org/officeDocument/2006/relationships/notesSlide" Target="/ppt/notesSlides/notesSlide1.xml" Id="R567d2e607b6d43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reen-frame">
            <a:extLst xmlns:a="http://schemas.openxmlformats.org/drawingml/2006/main">
              <a:ext uri="{FF2B5EF4-FFF2-40B4-BE49-F238E27FC236}">
                <a16:creationId xmlns:a16="http://schemas.microsoft.com/office/drawing/2014/main" id="{27D8FA7E-9E4E-4CC4-A22C-5757BA8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8600"/>
            <a:ext cx="116967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86C94A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932BF5-AF70-48A8-B70B-871E301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7351B"/>
                </a:solidFill>
              </a:defRPr>
            </a:pPr>
            <a:r>
              <a:rPr sz="2400" b="1">
                <a:solidFill>
                  <a:srgbClr val="17351B"/>
                </a:solidFill>
              </a:rPr>
              <a:t>봄내로그 페이지 구성과 사용자 흐름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4C1904-9E0C-4B1F-87C4-D6E28FFA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239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37865"/>
                </a:solidFill>
              </a:defRPr>
            </a:pPr>
            <a:r>
              <a:rPr sz="1200" b="0">
                <a:solidFill>
                  <a:srgbClr val="637865"/>
                </a:solidFill>
              </a:rPr>
              <a:t>핵심 화면 이동과 회원 기능을 한눈에 정리</a:t>
            </a:r>
          </a:p>
        </p:txBody>
      </p:sp>
      <p:sp>
        <p:nvSpPr>
          <p:cNvPr id="4" name="home">
            <a:extLst xmlns:a="http://schemas.openxmlformats.org/drawingml/2006/main">
              <a:ext uri="{FF2B5EF4-FFF2-40B4-BE49-F238E27FC236}">
                <a16:creationId xmlns:a16="http://schemas.microsoft.com/office/drawing/2014/main" id="{0923C288-6339-451A-BCBA-4895D3AF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52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2F8C7"/>
          </a:solidFill>
          <a:ln xmlns:a="http://schemas.openxmlformats.org/drawingml/2006/main" w="22860">
            <a:solidFill>
              <a:srgbClr val="6FB3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51B"/>
                </a:solidFill>
              </a:defRPr>
            </a:pPr>
            <a:r>
              <a:rPr sz="1425" b="1">
                <a:solidFill>
                  <a:srgbClr val="17351B"/>
                </a:solidFill>
              </a:rPr>
              <a:t>메인 화면</a:t>
            </a:r>
          </a:p>
        </p:txBody>
      </p:sp>
      <p:sp>
        <p:nvSpPr>
          <p:cNvPr id="5" name="search">
            <a:extLst xmlns:a="http://schemas.openxmlformats.org/drawingml/2006/main">
              <a:ext uri="{FF2B5EF4-FFF2-40B4-BE49-F238E27FC236}">
                <a16:creationId xmlns:a16="http://schemas.microsoft.com/office/drawing/2014/main" id="{B9D58D7E-E7C3-472D-B49C-2EE19C60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헤더 통합 검색</a:t>
            </a:r>
          </a:p>
        </p:txBody>
      </p:sp>
      <p:sp>
        <p:nvSpPr>
          <p:cNvPr id="6" name="region">
            <a:extLst xmlns:a="http://schemas.openxmlformats.org/drawingml/2006/main">
              <a:ext uri="{FF2B5EF4-FFF2-40B4-BE49-F238E27FC236}">
                <a16:creationId xmlns:a16="http://schemas.microsoft.com/office/drawing/2014/main" id="{4AADFF9A-F811-4B60-857D-13079D3F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지역 선택</a:t>
            </a:r>
          </a:p>
        </p:txBody>
      </p:sp>
      <p:sp>
        <p:nvSpPr>
          <p:cNvPr id="7" name="filter">
            <a:extLst xmlns:a="http://schemas.openxmlformats.org/drawingml/2006/main">
              <a:ext uri="{FF2B5EF4-FFF2-40B4-BE49-F238E27FC236}">
                <a16:creationId xmlns:a16="http://schemas.microsoft.com/office/drawing/2014/main" id="{19A2B174-BEFB-4852-898F-8C0B8997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2286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지역 · 업종 선택</a:t>
            </a:r>
          </a:p>
        </p:txBody>
      </p:sp>
      <p:sp>
        <p:nvSpPr>
          <p:cNvPr id="8" name="explorer">
            <a:extLst xmlns:a="http://schemas.openxmlformats.org/drawingml/2006/main">
              <a:ext uri="{FF2B5EF4-FFF2-40B4-BE49-F238E27FC236}">
                <a16:creationId xmlns:a16="http://schemas.microsoft.com/office/drawing/2014/main" id="{DA544F2A-8291-4C63-BDC8-75CF15F1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3C8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맛집 목록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7351B"/>
                </a:solidFill>
              </a:defRPr>
            </a:pPr>
            <a:r>
              <a:rPr sz="1200" b="1">
                <a:solidFill>
                  <a:srgbClr val="17351B"/>
                </a:solidFill>
              </a:rPr>
              <a:t>지도 확인</a:t>
            </a:r>
          </a:p>
        </p:txBody>
      </p:sp>
      <p:sp>
        <p:nvSpPr>
          <p:cNvPr id="9" name="detail">
            <a:extLst xmlns:a="http://schemas.openxmlformats.org/drawingml/2006/main">
              <a:ext uri="{FF2B5EF4-FFF2-40B4-BE49-F238E27FC236}">
                <a16:creationId xmlns:a16="http://schemas.microsoft.com/office/drawing/2014/main" id="{8821A033-024B-4C5E-A269-A70FAC34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622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F2B7"/>
          </a:solidFill>
          <a:ln xmlns:a="http://schemas.openxmlformats.org/drawingml/2006/main" w="22860">
            <a:solidFill>
              <a:srgbClr val="5FA33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51B"/>
                </a:solidFill>
              </a:defRPr>
            </a:pPr>
            <a:r>
              <a:rPr sz="1275" b="1">
                <a:solidFill>
                  <a:srgbClr val="17351B"/>
                </a:solidFill>
              </a:rPr>
              <a:t>식당 상세 정보</a:t>
            </a:r>
          </a:p>
        </p:txBody>
      </p:sp>
      <p:sp>
        <p:nvSpPr>
          <p:cNvPr id="10" name="directions">
            <a:extLst xmlns:a="http://schemas.openxmlformats.org/drawingml/2006/main">
              <a:ext uri="{FF2B5EF4-FFF2-40B4-BE49-F238E27FC236}">
                <a16:creationId xmlns:a16="http://schemas.microsoft.com/office/drawing/2014/main" id="{878E904B-7B21-4A1D-A682-271BC423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526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길찾기</a:t>
            </a:r>
          </a:p>
        </p:txBody>
      </p:sp>
      <p:sp>
        <p:nvSpPr>
          <p:cNvPr id="11" name="reviews">
            <a:extLst xmlns:a="http://schemas.openxmlformats.org/drawingml/2006/main">
              <a:ext uri="{FF2B5EF4-FFF2-40B4-BE49-F238E27FC236}">
                <a16:creationId xmlns:a16="http://schemas.microsoft.com/office/drawing/2014/main" id="{D9B5A824-A869-4A93-8165-F89AAB5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765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리뷰 · 댓글</a:t>
            </a:r>
          </a:p>
        </p:txBody>
      </p:sp>
      <p:sp>
        <p:nvSpPr>
          <p:cNvPr id="12" name="favorites">
            <a:extLst xmlns:a="http://schemas.openxmlformats.org/drawingml/2006/main">
              <a:ext uri="{FF2B5EF4-FFF2-40B4-BE49-F238E27FC236}">
                <a16:creationId xmlns:a16="http://schemas.microsoft.com/office/drawing/2014/main" id="{B44FAF08-1E11-4ED6-B7F7-5757D01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857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즐겨찾기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E020C8C-30B5-4510-A996-186FAAE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524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7145">
            <a:solidFill>
              <a:srgbClr val="AECF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서비스 소개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35523A"/>
                </a:solidFill>
              </a:defRPr>
            </a:pPr>
            <a:r>
              <a:rPr sz="1125" b="1">
                <a:solidFill>
                  <a:srgbClr val="35523A"/>
                </a:solidFill>
              </a:rPr>
              <a:t>소식 · 공지</a:t>
            </a:r>
          </a:p>
        </p:txBody>
      </p:sp>
      <p:sp>
        <p:nvSpPr>
          <p:cNvPr id="14" name="auth">
            <a:extLst xmlns:a="http://schemas.openxmlformats.org/drawingml/2006/main">
              <a:ext uri="{FF2B5EF4-FFF2-40B4-BE49-F238E27FC236}">
                <a16:creationId xmlns:a16="http://schemas.microsoft.com/office/drawing/2014/main" id="{95009159-267B-4C62-B8F2-F1D005EE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0F8E7"/>
          </a:solidFill>
          <a:ln xmlns:a="http://schemas.openxmlformats.org/drawingml/2006/main" w="17145">
            <a:solidFill>
              <a:srgbClr val="AECF9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5523A"/>
                </a:solidFill>
              </a:defRPr>
            </a:pPr>
            <a:r>
              <a:rPr sz="1200" b="1">
                <a:solidFill>
                  <a:srgbClr val="35523A"/>
                </a:solidFill>
              </a:rPr>
              <a:t>로그인 · 회원가입</a:t>
            </a:r>
          </a:p>
        </p:txBody>
      </p:sp>
      <p:sp>
        <p:nvSpPr>
          <p:cNvPr id="15" name="account-find">
            <a:extLst xmlns:a="http://schemas.openxmlformats.org/drawingml/2006/main">
              <a:ext uri="{FF2B5EF4-FFF2-40B4-BE49-F238E27FC236}">
                <a16:creationId xmlns:a16="http://schemas.microsoft.com/office/drawing/2014/main" id="{11D72031-B9F9-45D1-80B5-FB7FE8AF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계정 찾기</a:t>
            </a:r>
          </a:p>
        </p:txBody>
      </p:sp>
      <p:sp>
        <p:nvSpPr>
          <p:cNvPr id="16" name="profile">
            <a:extLst xmlns:a="http://schemas.openxmlformats.org/drawingml/2006/main">
              <a:ext uri="{FF2B5EF4-FFF2-40B4-BE49-F238E27FC236}">
                <a16:creationId xmlns:a16="http://schemas.microsoft.com/office/drawing/2014/main" id="{13244C98-3AA6-428E-B8B4-3DE3975F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마이페이지</a:t>
            </a:r>
          </a:p>
        </p:txBody>
      </p:sp>
      <p:sp>
        <p:nvSpPr>
          <p:cNvPr id="17" name="activity">
            <a:extLst xmlns:a="http://schemas.openxmlformats.org/drawingml/2006/main">
              <a:ext uri="{FF2B5EF4-FFF2-40B4-BE49-F238E27FC236}">
                <a16:creationId xmlns:a16="http://schemas.microsoft.com/office/drawing/2014/main" id="{75DB91BC-F200-4469-ADC5-0BDBD5BF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48250"/>
            <a:ext cx="1809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CF4"/>
          </a:solidFill>
          <a:ln xmlns:a="http://schemas.openxmlformats.org/drawingml/2006/main" w="17145">
            <a:solidFill>
              <a:srgbClr val="B9D7A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5523A"/>
                </a:solidFill>
              </a:defRPr>
            </a:pPr>
            <a:r>
              <a:rPr sz="1050" b="1">
                <a:solidFill>
                  <a:srgbClr val="35523A"/>
                </a:solidFill>
              </a:rPr>
              <a:t>즐겨찾기 · 활동</a:t>
            </a:r>
          </a:p>
        </p:txBody>
      </p:sp>
      <p:cxnSp>
        <p:nvCxnSpPr>
          <p:cNvPr id="8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095500" y="2543175"/>
            <a:ext cx="47625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95500" y="3105150"/>
            <a:ext cx="47625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4" name=""/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286250" y="2543175"/>
            <a:ext cx="1333500" cy="2190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286250" y="3448050"/>
            <a:ext cx="1333500" cy="219075"/>
          </a:xfrm>
          <a:prstGeom xmlns:a="http://schemas.openxmlformats.org/drawingml/2006/main" prst="bentConnector2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77000" y="3105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67750" y="3105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858500" y="2381250"/>
            <a:ext cx="9525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310515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858500" y="3105150"/>
            <a:ext cx="95250" cy="723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57785B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4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1333500" y="21336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33500" y="3448050"/>
            <a:ext cx="952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286000" y="4581525"/>
            <a:ext cx="57150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286000" y="4762500"/>
            <a:ext cx="57150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810125" y="5295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99B09B"/>
            </a:solidFill>
            <a:prstDash val="solid"/>
            <a:tailEnd type="arrow" w="med" len="med"/>
          </a:ln>
        </p:spPr>
      </p:cxnSp>
      <p:sp>
        <p:nvSpPr>
          <p:cNvPr id="32" name="guide-core">
            <a:extLst xmlns:a="http://schemas.openxmlformats.org/drawingml/2006/main">
              <a:ext uri="{FF2B5EF4-FFF2-40B4-BE49-F238E27FC236}">
                <a16:creationId xmlns:a16="http://schemas.microsoft.com/office/drawing/2014/main" id="{FDA22E6A-D1E4-4D93-A467-DD6BC1E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E785F"/>
                </a:solidFill>
              </a:defRPr>
            </a:pPr>
            <a:r>
              <a:rPr sz="1050" b="1">
                <a:solidFill>
                  <a:srgbClr val="5E785F"/>
                </a:solidFill>
              </a:rPr>
              <a:t>핵심 탐색 흐름</a:t>
            </a:r>
          </a:p>
        </p:txBody>
      </p:sp>
      <p:sp>
        <p:nvSpPr>
          <p:cNvPr id="33" name="guide-account">
            <a:extLst xmlns:a="http://schemas.openxmlformats.org/drawingml/2006/main">
              <a:ext uri="{FF2B5EF4-FFF2-40B4-BE49-F238E27FC236}">
                <a16:creationId xmlns:a16="http://schemas.microsoft.com/office/drawing/2014/main" id="{4C2A586D-34E0-478A-A63C-31AB5F5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619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A7D6C"/>
                </a:solidFill>
              </a:defRPr>
            </a:pPr>
            <a:r>
              <a:rPr sz="1050" b="0">
                <a:solidFill>
                  <a:srgbClr val="6A7D6C"/>
                </a:solidFill>
              </a:rPr>
              <a:t>회원 기능 보조 흐름</a:t>
            </a:r>
          </a:p>
        </p:txBody>
      </p:sp>
    </p:spTree>
    <p:extLst>
      <p:ext uri="{BB962C8B-B14F-4D97-AF65-F5344CB8AC3E}">
        <p14:creationId xmlns:p14="http://schemas.microsoft.com/office/powerpoint/2010/main" val="2028017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2026-08-28T02:20:49.2810000Z</dcterms:created>
  <dcterms:modified xsi:type="dcterms:W3CDTF">2026-08-28T02:20:49.2810000Z</dcterms:modified>
</coreProperties>
</file>