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4a29d81083485f" /><Relationship Type="http://schemas.openxmlformats.org/officeDocument/2006/relationships/extended-properties" Target="/docProps/app.xml" Id="R4a7761129792410b" /><Relationship Type="http://schemas.openxmlformats.org/officeDocument/2006/relationships/officeDocument" Target="/ppt/presentation.xml" Id="Rd193c38a00134d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e1d66abdd4cdd"/>
  </p:sldMasterIdLst>
  <p:notesMasterIdLst>
    <p:notesMasterId xmlns:r="http://schemas.openxmlformats.org/officeDocument/2006/relationships" r:id="Rea76cf98512e4e98"/>
  </p:notesMasterIdLst>
  <p:sldIdLst>
    <p:sldId xmlns:r="http://schemas.openxmlformats.org/officeDocument/2006/relationships" id="256" r:id="Rca782ae4e1c541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c9e958330b42d5" /><Relationship Type="http://schemas.openxmlformats.org/officeDocument/2006/relationships/slideMaster" Target="/ppt/slideMasters/slideMaster1.xml" Id="Rd57e1d66abdd4cdd" /><Relationship Type="http://schemas.openxmlformats.org/officeDocument/2006/relationships/notesMaster" Target="/ppt/notesMasters/notesMaster1.xml" Id="Rea76cf98512e4e98" /><Relationship Type="http://schemas.openxmlformats.org/officeDocument/2006/relationships/presProps" Target="/ppt/presProps.xml" Id="Rc08999605b4b473e" /><Relationship Type="http://schemas.openxmlformats.org/officeDocument/2006/relationships/tableStyles" Target="/ppt/tableStyles.xml" Id="Rae785704c6c94c92" /><Relationship Type="http://schemas.openxmlformats.org/officeDocument/2006/relationships/slide" Target="/ppt/slides/slide1.xml" Id="Rca782ae4e1c541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c683d24352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da6ac229704454" /><Relationship Type="http://schemas.openxmlformats.org/officeDocument/2006/relationships/notesMaster" Target="/ppt/notesMasters/notesMaster1.xml" Id="Rcc82e3d7d86a4f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main, search, region/category filtering, restaurant list/map, detail, directions, reviews/comments, favorites, and page routing.</a:t>
            </a:r>
          </a:p>
          <a:p xmlns:a="http://schemas.openxmlformats.org/drawingml/2006/main">
            <a:r>
              <a:t>- Repository docs/auth-guide.md: login/signup, account recovery, profile menu, and My Page flow.</a:t>
            </a:r>
          </a:p>
          <a:p xmlns:a="http://schemas.openxmlformats.org/drawingml/2006/main">
            <a:r>
              <a:t>- User-provided images: preferred diagram density and the green rounded-box visual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b84da3ad14c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1b33ccf7604bfd" /><Relationship Type="http://schemas.openxmlformats.org/officeDocument/2006/relationships/slideLayout" Target="/ppt/slideLayouts/slideLayout1.xml" Id="R5eca1fd4f6dd4f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a1fd4f6dd4f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56f809189459a" /><Relationship Type="http://schemas.openxmlformats.org/officeDocument/2006/relationships/notesSlide" Target="/ppt/notesSlides/notesSlide1.xml" Id="Rd46993b1d1124c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reen-frame">
            <a:extLst xmlns:a="http://schemas.openxmlformats.org/drawingml/2006/main">
              <a:ext uri="{FF2B5EF4-FFF2-40B4-BE49-F238E27FC236}">
                <a16:creationId xmlns:a16="http://schemas.microsoft.com/office/drawing/2014/main" id="{B3BD1535-29CA-4F19-92E4-AF5A0417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86C94A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24A408-0DF6-4A18-BD52-3906A427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51B"/>
                </a:solidFill>
              </a:defRPr>
            </a:pPr>
            <a:r>
              <a:rPr sz="2400" b="1">
                <a:solidFill>
                  <a:srgbClr val="17351B"/>
                </a:solidFill>
              </a:rPr>
              <a:t>봄내로그 페이지 구성과 사용자 흐름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B13F47-D3E4-4325-8CE4-D7BD2C1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667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D755F"/>
                </a:solidFill>
              </a:defRPr>
            </a:pPr>
            <a:r>
              <a:rPr sz="1200">
                <a:solidFill>
                  <a:srgbClr val="5D755F"/>
                </a:solidFill>
              </a:rPr>
              <a:t>메인 화면에서 탐색·상세·회원 기능으로 이어지는 주요 경로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F7B25EDA-14F1-47B5-AE80-9904F7E2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57300"/>
            <a:ext cx="2000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2F8C7"/>
          </a:solidFill>
          <a:ln xmlns:a="http://schemas.openxmlformats.org/drawingml/2006/main" w="22860">
            <a:solidFill>
              <a:srgbClr val="6FB3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B"/>
                </a:solidFill>
              </a:defRPr>
            </a:pPr>
            <a:r>
              <a:rPr sz="1500" b="1">
                <a:solidFill>
                  <a:srgbClr val="17351B"/>
                </a:solidFill>
              </a:rPr>
              <a:t>메인 화면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0E416AA0-21FF-4498-A4FA-3D48A66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7145">
            <a:solidFill>
              <a:srgbClr val="AECF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서비스 소개</a:t>
            </a:r>
          </a:p>
          <a:p xmlns:a="http://schemas.openxmlformats.org/drawingml/2006/main">
            <a:pPr algn="ctr"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소식 · 공지</a:t>
            </a:r>
          </a:p>
        </p:txBody>
      </p:sp>
      <p:sp>
        <p:nvSpPr>
          <p:cNvPr id="6" name="header-search">
            <a:extLst xmlns:a="http://schemas.openxmlformats.org/drawingml/2006/main">
              <a:ext uri="{FF2B5EF4-FFF2-40B4-BE49-F238E27FC236}">
                <a16:creationId xmlns:a16="http://schemas.microsoft.com/office/drawing/2014/main" id="{B7BFEE5D-E107-4F21-A1C8-C269A14D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66950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1B"/>
                </a:solidFill>
              </a:defRPr>
            </a:pPr>
            <a:r>
              <a:rPr sz="1275" b="1">
                <a:solidFill>
                  <a:srgbClr val="17351B"/>
                </a:solidFill>
              </a:rPr>
              <a:t>헤더 통합 검색</a:t>
            </a:r>
          </a:p>
        </p:txBody>
      </p:sp>
      <p:sp>
        <p:nvSpPr>
          <p:cNvPr id="7" name="region-select">
            <a:extLst xmlns:a="http://schemas.openxmlformats.org/drawingml/2006/main">
              <a:ext uri="{FF2B5EF4-FFF2-40B4-BE49-F238E27FC236}">
                <a16:creationId xmlns:a16="http://schemas.microsoft.com/office/drawing/2014/main" id="{5A86F073-C188-42E3-8941-2E38661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66950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1B"/>
                </a:solidFill>
              </a:defRPr>
            </a:pPr>
            <a:r>
              <a:rPr sz="1275" b="1">
                <a:solidFill>
                  <a:srgbClr val="17351B"/>
                </a:solidFill>
              </a:rPr>
              <a:t>지역 선택</a:t>
            </a:r>
          </a:p>
        </p:txBody>
      </p:sp>
      <p:sp>
        <p:nvSpPr>
          <p:cNvPr id="8" name="auth">
            <a:extLst xmlns:a="http://schemas.openxmlformats.org/drawingml/2006/main">
              <a:ext uri="{FF2B5EF4-FFF2-40B4-BE49-F238E27FC236}">
                <a16:creationId xmlns:a16="http://schemas.microsoft.com/office/drawing/2014/main" id="{155DD551-7AD1-4428-885D-659DFED1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2000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7145">
            <a:solidFill>
              <a:srgbClr val="AECF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5523A"/>
                </a:solidFill>
              </a:defRPr>
            </a:pPr>
            <a:r>
              <a:rPr sz="1275" b="1">
                <a:solidFill>
                  <a:srgbClr val="35523A"/>
                </a:solidFill>
              </a:rPr>
              <a:t>로그인 · 회원가입</a:t>
            </a:r>
          </a:p>
        </p:txBody>
      </p:sp>
      <p:sp>
        <p:nvSpPr>
          <p:cNvPr id="9" name="filters">
            <a:extLst xmlns:a="http://schemas.openxmlformats.org/drawingml/2006/main">
              <a:ext uri="{FF2B5EF4-FFF2-40B4-BE49-F238E27FC236}">
                <a16:creationId xmlns:a16="http://schemas.microsoft.com/office/drawing/2014/main" id="{C1F674DE-83F6-450C-977C-07826A1C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43250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2286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1B"/>
                </a:solidFill>
              </a:defRPr>
            </a:pPr>
            <a:r>
              <a:rPr sz="1275" b="1">
                <a:solidFill>
                  <a:srgbClr val="17351B"/>
                </a:solidFill>
              </a:rPr>
              <a:t>동네 · 업종 필터</a:t>
            </a:r>
          </a:p>
        </p:txBody>
      </p:sp>
      <p:sp>
        <p:nvSpPr>
          <p:cNvPr id="10" name="account-find">
            <a:extLst xmlns:a="http://schemas.openxmlformats.org/drawingml/2006/main">
              <a:ext uri="{FF2B5EF4-FFF2-40B4-BE49-F238E27FC236}">
                <a16:creationId xmlns:a16="http://schemas.microsoft.com/office/drawing/2014/main" id="{758ED4B1-A7BB-4904-A492-44DD24B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1905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아이디 · 비밀번호 찾기</a:t>
            </a:r>
          </a:p>
        </p:txBody>
      </p:sp>
      <p:sp>
        <p:nvSpPr>
          <p:cNvPr id="11" name="profile">
            <a:extLst xmlns:a="http://schemas.openxmlformats.org/drawingml/2006/main">
              <a:ext uri="{FF2B5EF4-FFF2-40B4-BE49-F238E27FC236}">
                <a16:creationId xmlns:a16="http://schemas.microsoft.com/office/drawing/2014/main" id="{E192F043-8DF8-4275-A1AB-059C86D2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1619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프로필 · 마이페이지</a:t>
            </a:r>
          </a:p>
        </p:txBody>
      </p:sp>
      <p:sp>
        <p:nvSpPr>
          <p:cNvPr id="12" name="explorer">
            <a:extLst xmlns:a="http://schemas.openxmlformats.org/drawingml/2006/main">
              <a:ext uri="{FF2B5EF4-FFF2-40B4-BE49-F238E27FC236}">
                <a16:creationId xmlns:a16="http://schemas.microsoft.com/office/drawing/2014/main" id="{78F8068B-22EA-46CA-B1EB-3189CB38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19550"/>
            <a:ext cx="238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51B"/>
                </a:solidFill>
              </a:defRPr>
            </a:pPr>
            <a:r>
              <a:rPr sz="1275" b="1">
                <a:solidFill>
                  <a:srgbClr val="17351B"/>
                </a:solidFill>
              </a:rPr>
              <a:t>식당 목록 · 지도 · 마커</a:t>
            </a:r>
          </a:p>
        </p:txBody>
      </p:sp>
      <p:sp>
        <p:nvSpPr>
          <p:cNvPr id="13" name="detail">
            <a:extLst xmlns:a="http://schemas.openxmlformats.org/drawingml/2006/main">
              <a:ext uri="{FF2B5EF4-FFF2-40B4-BE49-F238E27FC236}">
                <a16:creationId xmlns:a16="http://schemas.microsoft.com/office/drawing/2014/main" id="{0872FCFD-962F-400D-AF2C-05C0E6C5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95850"/>
            <a:ext cx="200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2286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51B"/>
                </a:solidFill>
              </a:defRPr>
            </a:pPr>
            <a:r>
              <a:rPr sz="1350" b="1">
                <a:solidFill>
                  <a:srgbClr val="17351B"/>
                </a:solidFill>
              </a:rPr>
              <a:t>식당 상세 정보</a:t>
            </a:r>
          </a:p>
        </p:txBody>
      </p:sp>
      <p:sp>
        <p:nvSpPr>
          <p:cNvPr id="14" name="directions">
            <a:extLst xmlns:a="http://schemas.openxmlformats.org/drawingml/2006/main">
              <a:ext uri="{FF2B5EF4-FFF2-40B4-BE49-F238E27FC236}">
                <a16:creationId xmlns:a16="http://schemas.microsoft.com/office/drawing/2014/main" id="{0CEC8CE9-BFB7-4512-9038-11369FCC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53125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길찾기</a:t>
            </a:r>
          </a:p>
        </p:txBody>
      </p:sp>
      <p:sp>
        <p:nvSpPr>
          <p:cNvPr id="15" name="reviews">
            <a:extLst xmlns:a="http://schemas.openxmlformats.org/drawingml/2006/main">
              <a:ext uri="{FF2B5EF4-FFF2-40B4-BE49-F238E27FC236}">
                <a16:creationId xmlns:a16="http://schemas.microsoft.com/office/drawing/2014/main" id="{0D2EB9B9-726B-4284-A8D4-B148320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53125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리뷰 · 댓글</a:t>
            </a:r>
          </a:p>
        </p:txBody>
      </p:sp>
      <p:sp>
        <p:nvSpPr>
          <p:cNvPr id="16" name="favorites">
            <a:extLst xmlns:a="http://schemas.openxmlformats.org/drawingml/2006/main">
              <a:ext uri="{FF2B5EF4-FFF2-40B4-BE49-F238E27FC236}">
                <a16:creationId xmlns:a16="http://schemas.microsoft.com/office/drawing/2014/main" id="{7A81C55C-5812-4C3B-994A-77C113A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53125"/>
            <a:ext cx="1619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즐겨찾기</a:t>
            </a:r>
          </a:p>
        </p:txBody>
      </p:sp>
      <p:cxnSp>
        <p:nvCxnSpPr>
          <p:cNvPr id="46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2476500" y="1552575"/>
            <a:ext cx="261937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BB29D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67125" y="1847850"/>
            <a:ext cx="24288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18478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096125" y="1552575"/>
            <a:ext cx="2714625" cy="714375"/>
          </a:xfrm>
          <a:prstGeom xmlns:a="http://schemas.openxmlformats.org/drawingml/2006/main" prst="bentConnector2">
            <a:avLst/>
          </a:prstGeom>
          <a:ln xmlns:a="http://schemas.openxmlformats.org/drawingml/2006/main" w="18098">
            <a:solidFill>
              <a:srgbClr val="9BB29D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67125" y="2819400"/>
            <a:ext cx="1524000" cy="6000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28194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8953500" y="2819400"/>
            <a:ext cx="857250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9BB29D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810750" y="2819400"/>
            <a:ext cx="10001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9BB29D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36957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45910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857625" y="5467350"/>
            <a:ext cx="2238375" cy="485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54673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5467350"/>
            <a:ext cx="2238375" cy="485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2860">
            <a:solidFill>
              <a:srgbClr val="57785B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881418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2026-08-28T02:01:57.9840000Z</dcterms:created>
  <dcterms:modified xsi:type="dcterms:W3CDTF">2026-08-28T02:01:57.9840000Z</dcterms:modified>
</coreProperties>
</file>